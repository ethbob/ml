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8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jVHcPgbgEhuAVwFXpWK6M44ylT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6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4e31598d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g314e31598d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4e31598d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g314e31598d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7826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478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9470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9339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8388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6565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6235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798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323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1" name="Google Shape;11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2218050" y="1519082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</a:pPr>
            <a:br>
              <a:rPr lang="ru-RU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DS и ML</a:t>
            </a:r>
            <a:endParaRPr b="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975120" y="352868"/>
            <a:ext cx="974072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Science (наука о данных) — это междисциплинарная область, которая использует методы, процессы, алгоритмы и системы для извлечения знаний и инсайтов из структурированных и неструктурированных данных. Она сочетает в себе статистику, анализ данных, машинное обучение и соответствующие методы для понимания и анализа реальных явлений на основе данных.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5726" y="1540701"/>
            <a:ext cx="5360439" cy="4846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4e31598dc_0_1"/>
          <p:cNvSpPr/>
          <p:nvPr/>
        </p:nvSpPr>
        <p:spPr>
          <a:xfrm>
            <a:off x="1769521" y="3842771"/>
            <a:ext cx="9182107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компоненты Data Science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Сбор данных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Процесс получения данных из различных источников, таких как базы данных, API, веб-скрейпинг и т.д.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Обработка данных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Включает очистку и подготовку данных для анализа. Это может включать удаление дубликатов, обработку пропущенных значений и преобразование данных в нужный формат.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Анализ данных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Использование статистических методов и визуализации для выявления закономерностей и трендов в данных. Это может включать разведочный анализ данных (EDA).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Моделирование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Применение алгоритмов машинного обучения для создания предсказательных моделей. Модели могут быть как supervised (с учителем), так и unsupervised (без учителя).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Интерпретация результатов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Презентация полученных результатов заинтересованным сторонам с использованием визуализаций, отчетов и других средств.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Внедрение и мониторинг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Разработка систем для внедрения моделей в производственную среду и мониторинг их производительности.</a:t>
            </a:r>
            <a:endParaRPr/>
          </a:p>
        </p:txBody>
      </p:sp>
      <p:pic>
        <p:nvPicPr>
          <p:cNvPr id="98" name="Google Shape;98;g314e31598dc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6081" y="122129"/>
            <a:ext cx="7238631" cy="353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4e31598dc_0_6"/>
          <p:cNvSpPr txBox="1"/>
          <p:nvPr/>
        </p:nvSpPr>
        <p:spPr>
          <a:xfrm>
            <a:off x="1450500" y="1834300"/>
            <a:ext cx="10741500" cy="333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Data scientist (математик-программист, исследователь данных)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Data analyst (аналитик данных)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Data engineer (специалист по обработке данных)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Machine learning engineer</a:t>
            </a:r>
            <a:r>
              <a:rPr lang="ru-RU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(специалист по машинному обучению)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Deep learning engineer NLP (обработка естественного языка)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Deep learning engineer CV (компьютерное зрение)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14e31598dc_0_6"/>
          <p:cNvSpPr txBox="1"/>
          <p:nvPr/>
        </p:nvSpPr>
        <p:spPr>
          <a:xfrm>
            <a:off x="2858900" y="661000"/>
            <a:ext cx="60648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Профессии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1204586" y="2887682"/>
            <a:ext cx="10169047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Искусственный интеллект (ИИ) — это область компьютерной науки, занимающаяся созданием систем и программ, способных выполнять задачи, требующие интеллекта, такие как восприятие, понимание, обучение и принятие решений. ИИ включает в себя множество технологий и подходов, позволяющих машинам имитировать человеческое поведение и выполнять сложные задачи.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компоненты искусственного интеллекта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Машинное обучение (ML)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Подразделение ИИ, которое фокусируется на разработке алгоритмов, позволяющих системам обучаться на данных и улучшать свою производительность со временем без явного программирования.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Глубокое обучение (DL)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Подобласть машинного обучения, использующая нейронные сети с множеством слоев для анализа данных. Глубокое обучение особенно эффективно в задачах распознавания изображений и обработки естественного языка.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Обработка естественного языка (NLP)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Направление ИИ, занимающееся взаимодействием между компьютерами и человеческим языком. NLP позволяет системам понимать, интерпретировать и генерировать текст на естественном языке.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Компьютерное зрение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Область ИИ, которая позволяет машинам "видеть" и интерпретировать визуальную информацию из окружающего мира. Это включает в себя распознавание объектов, лиц и сцен.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Робототехника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Использование ИИ для создания автономных машин, которые могут выполнять физические задачи в реальном мире.</a:t>
            </a:r>
            <a:endParaRPr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5500" y="0"/>
            <a:ext cx="7887223" cy="2714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2070970" y="2744320"/>
            <a:ext cx="7736910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Машинное обучение (Machine Learning) — это подмножество искусственного интеллекта (AI), которое фокусируется на разработке алгоритмов и статистических моделей, позволяющих компьютерам выполнять задачи без явного программирования. Вместо этого машины обучаются на данных, выявляя закономерности и делая прогнозы.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аспекты машинного обучения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Типы машинного обучения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Обучение с учителем (Supervised Learning)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Модели обучаются на размеченных данных, где известны входные и выходные значения. Примеры: регрессия, классификация.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Обучение без учителя (Unsupervised Learning)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Модели работают с неразмеченными данными для выявления скрытых структур. Примеры: кластеризация, ассоциация.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Обучение с подкреплением (Reinforcement Learning)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Модели обучаются через взаимодействие с окружающей средой, получая награды или штрафы за свои действия.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Алгоритмы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Существует множество алгоритмов для решения задач машинного обучения, включая деревья решений, случайные леса, нейронные сети, методы опорных векторов и градиентный бустинг.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Процесс обучения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Включает этапы сбора данных, предобработки данных, выбора и обучения модели, оценки ее производительности и внедрения в производственную среду.</a:t>
            </a:r>
            <a:endParaRPr/>
          </a:p>
        </p:txBody>
      </p:sp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0970" y="0"/>
            <a:ext cx="7414827" cy="260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914" y="0"/>
            <a:ext cx="901024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>
            <a:off x="1315233" y="141144"/>
            <a:ext cx="9745250" cy="67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библиотеки для Data Science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для работы с многомерными массивами и матрицами, а также для выполнения различных математических операций. NumPy является основой для многих других библиотек в Python.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Библиотека, предназначенная для анализа и манипуляции данными. Она предоставляет удобные структуры данных, такие как DataFrame, что делает работу с табличными данными более эффективной.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для создания статических, анимационных и интерактивных визуализаций в Python. Она позволяет строить графики и диаграммы, что помогает в анализе данных.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для визуализации данных на основе Matplotlib, которая предоставляет более высокоуровневый интерфейс для создания привлекательных графиков.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для машинного обучения, которая предлагает простые и эффективные инструменты для анализа данных и построения предсказательных моделей.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Открытая библиотека от Google для создания и обучения нейронных сетей. TensorFlow широко используется в задачах глубокого обучения.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Keras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Высокоуровневый API для нейронных сетей, который работает поверх TensorFlow. Keras упрощает процесс создания и обучения моделей глубокого обучения.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от Facebook для глубокого обучения, которая предоставляет гибкость и скорость при создании сложных нейронных сетей.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Statsmodels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для статистического моделирования, которая позволяет проводить различные статистические тесты и анализировать данные с использованием регрессионных моделей.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ru-R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NLTK (Natural Language Toolkit)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Библиотека для обработки естественного языка (NLP), которая предоставляет инструменты для работы с текстом, включая токенизацию, стемминг и анализ синтаксиса.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6;p10">
            <a:extLst>
              <a:ext uri="{FF2B5EF4-FFF2-40B4-BE49-F238E27FC236}">
                <a16:creationId xmlns:a16="http://schemas.microsoft.com/office/drawing/2014/main" id="{38AD8918-B037-412F-B861-A532C0C879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369" y="1055922"/>
            <a:ext cx="10718042" cy="55161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4;p10">
            <a:extLst>
              <a:ext uri="{FF2B5EF4-FFF2-40B4-BE49-F238E27FC236}">
                <a16:creationId xmlns:a16="http://schemas.microsoft.com/office/drawing/2014/main" id="{24B2315A-E878-449D-A5B5-7B7BD4F72BAC}"/>
              </a:ext>
            </a:extLst>
          </p:cNvPr>
          <p:cNvSpPr txBox="1">
            <a:spLocks noGrp="1"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Spyder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90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9;p9">
            <a:extLst>
              <a:ext uri="{FF2B5EF4-FFF2-40B4-BE49-F238E27FC236}">
                <a16:creationId xmlns:a16="http://schemas.microsoft.com/office/drawing/2014/main" id="{BC15E0FC-5C60-4A9F-B38E-D37C8E3DA6A3}"/>
              </a:ext>
            </a:extLst>
          </p:cNvPr>
          <p:cNvPicPr preferRelativeResize="0">
            <a:picLocks noGr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9471" y="1083887"/>
            <a:ext cx="10827223" cy="53897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8;p9">
            <a:extLst>
              <a:ext uri="{FF2B5EF4-FFF2-40B4-BE49-F238E27FC236}">
                <a16:creationId xmlns:a16="http://schemas.microsoft.com/office/drawing/2014/main" id="{6AD40156-88FA-47D5-A5A1-EB00894E99F9}"/>
              </a:ext>
            </a:extLst>
          </p:cNvPr>
          <p:cNvSpPr txBox="1">
            <a:spLocks noGrp="1"/>
          </p:cNvSpPr>
          <p:nvPr/>
        </p:nvSpPr>
        <p:spPr>
          <a:xfrm>
            <a:off x="838200" y="-2416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Установка Python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766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3;p11">
            <a:extLst>
              <a:ext uri="{FF2B5EF4-FFF2-40B4-BE49-F238E27FC236}">
                <a16:creationId xmlns:a16="http://schemas.microsoft.com/office/drawing/2014/main" id="{E7B26000-54A3-4B58-82AB-4C84C84C16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6912" y="1134351"/>
            <a:ext cx="10445088" cy="555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1;p11">
            <a:extLst>
              <a:ext uri="{FF2B5EF4-FFF2-40B4-BE49-F238E27FC236}">
                <a16:creationId xmlns:a16="http://schemas.microsoft.com/office/drawing/2014/main" id="{8AD4F131-33FA-4967-9791-2BF943BA9291}"/>
              </a:ext>
            </a:extLst>
          </p:cNvPr>
          <p:cNvSpPr txBox="1">
            <a:spLocks noGrp="1"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Jupyter Notebook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0194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0;p12">
            <a:extLst>
              <a:ext uri="{FF2B5EF4-FFF2-40B4-BE49-F238E27FC236}">
                <a16:creationId xmlns:a16="http://schemas.microsoft.com/office/drawing/2014/main" id="{2AA0B54E-366E-4CBD-9F8F-327412E41F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767" y="1337672"/>
            <a:ext cx="10322257" cy="55203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8;p12">
            <a:extLst>
              <a:ext uri="{FF2B5EF4-FFF2-40B4-BE49-F238E27FC236}">
                <a16:creationId xmlns:a16="http://schemas.microsoft.com/office/drawing/2014/main" id="{A646899B-1CEB-466F-807D-F55AC90E8446}"/>
              </a:ext>
            </a:extLst>
          </p:cNvPr>
          <p:cNvSpPr txBox="1">
            <a:spLocks noGrp="1"/>
          </p:cNvSpPr>
          <p:nvPr/>
        </p:nvSpPr>
        <p:spPr>
          <a:xfrm>
            <a:off x="103070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PyCharm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9881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7;p13">
            <a:extLst>
              <a:ext uri="{FF2B5EF4-FFF2-40B4-BE49-F238E27FC236}">
                <a16:creationId xmlns:a16="http://schemas.microsoft.com/office/drawing/2014/main" id="{180FCA49-0710-409D-98D5-AEA4BF30A2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387" y="1296792"/>
            <a:ext cx="11509613" cy="53231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5;p13">
            <a:extLst>
              <a:ext uri="{FF2B5EF4-FFF2-40B4-BE49-F238E27FC236}">
                <a16:creationId xmlns:a16="http://schemas.microsoft.com/office/drawing/2014/main" id="{504C938A-9C2E-43C9-8240-CAA1B2C1EA20}"/>
              </a:ext>
            </a:extLst>
          </p:cNvPr>
          <p:cNvSpPr txBox="1">
            <a:spLocks noGrp="1"/>
          </p:cNvSpPr>
          <p:nvPr/>
        </p:nvSpPr>
        <p:spPr>
          <a:xfrm>
            <a:off x="682387" y="-287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Google Colab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1490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EB84B5-BD41-4AD8-825D-102DDE675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660" y="3261861"/>
            <a:ext cx="3629532" cy="26959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FB9A80-2EA9-4F8F-851E-CD33D5475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09" y="176187"/>
            <a:ext cx="3600953" cy="2705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7D7555-018A-459C-B810-D9087F984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761" y="204766"/>
            <a:ext cx="3562847" cy="2762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5084C2-0C50-4218-87DC-F6540F271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660" y="204766"/>
            <a:ext cx="3629532" cy="2934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0BDFF4-A928-4FD3-AA1B-905034F3DB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813" y="3261861"/>
            <a:ext cx="3543795" cy="3210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BE0076-076F-4A04-B593-F00E85A533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809" y="3261861"/>
            <a:ext cx="3581900" cy="34199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0672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E39FC6-1F7F-41FD-9502-9A5826801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835" y="960196"/>
            <a:ext cx="10688704" cy="534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78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5C87CF-1A38-4601-BB2A-80383A028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7595"/>
            <a:ext cx="12192000" cy="529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45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A86268-189A-4037-8EAC-9E7471502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3" y="623496"/>
            <a:ext cx="11850754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947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886</Words>
  <Application>Microsoft Office PowerPoint</Application>
  <PresentationFormat>Широкоэкранный</PresentationFormat>
  <Paragraphs>58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Calibri</vt:lpstr>
      <vt:lpstr>Roboto</vt:lpstr>
      <vt:lpstr>Тема Office</vt:lpstr>
      <vt:lpstr> DS и ML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DS и ML</dc:title>
  <dc:creator>user</dc:creator>
  <cp:lastModifiedBy>Ольга Голда</cp:lastModifiedBy>
  <cp:revision>3</cp:revision>
  <dcterms:created xsi:type="dcterms:W3CDTF">2021-06-25T09:04:24Z</dcterms:created>
  <dcterms:modified xsi:type="dcterms:W3CDTF">2025-09-01T09:13:10Z</dcterms:modified>
</cp:coreProperties>
</file>